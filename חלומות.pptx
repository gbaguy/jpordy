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0717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706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7410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2352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2439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157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2105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3059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0503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5646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5853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3539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79243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5630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0319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378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1813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46B53-9004-4AF8-A320-5430113DEB99}" type="datetimeFigureOut">
              <a:rPr lang="en-IL" smtClean="0"/>
              <a:t>18/12/2025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70519-9B04-4D6F-9926-D82948DF968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2749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airplane" invX="1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baguy.github.io/jpord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D57EF0-743D-DE81-0CDC-E53AFFBF1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28700" dirty="0"/>
              <a:t>חלומות</a:t>
            </a:r>
            <a:endParaRPr lang="en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35DBBA0-6AAA-D9A8-18F6-D1B02C17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he-IL" dirty="0"/>
              <a:t>מצגת מאת-</a:t>
            </a:r>
          </a:p>
          <a:p>
            <a:pPr algn="ctr"/>
            <a:r>
              <a:rPr lang="he-IL" dirty="0"/>
              <a:t> (</a:t>
            </a:r>
            <a:r>
              <a:rPr lang="he-IL" dirty="0" err="1"/>
              <a:t>גבא</a:t>
            </a:r>
            <a:r>
              <a:rPr lang="he-IL" dirty="0"/>
              <a:t>) גיא.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67418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airplane" invX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BFE0B3-2B84-9F81-1C4B-A9D54BE2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87952"/>
          </a:xfrm>
        </p:spPr>
        <p:txBody>
          <a:bodyPr>
            <a:noAutofit/>
          </a:bodyPr>
          <a:lstStyle/>
          <a:p>
            <a:r>
              <a:rPr lang="he-IL" sz="9600" dirty="0"/>
              <a:t>מה זה חלומות לדעתכם?</a:t>
            </a:r>
            <a:endParaRPr lang="en-IL" sz="96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586754E-1AC4-FA25-5C4A-7C9322A48505}"/>
              </a:ext>
            </a:extLst>
          </p:cNvPr>
          <p:cNvSpPr txBox="1"/>
          <p:nvPr/>
        </p:nvSpPr>
        <p:spPr>
          <a:xfrm>
            <a:off x="1955548" y="2933323"/>
            <a:ext cx="93250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sz="2800" dirty="0"/>
              <a:t>ומי שלא יודע אני עושה תהליך של התפתחות שאני לא הולך לפרט עליו כי זה מצגת ארוכה אבל וכחלק מהתהליך אני רוצה להגשים חלומות-</a:t>
            </a:r>
            <a:br>
              <a:rPr lang="en-US" sz="2800" dirty="0"/>
            </a:br>
            <a:r>
              <a:rPr lang="he-IL" sz="2800" dirty="0"/>
              <a:t>יש לי הרבה חלומות אז אתם הולכים לעזור לי להגשים חלום עכשיו בזה הרגע!</a:t>
            </a:r>
            <a:endParaRPr lang="en-IL" sz="2800" dirty="0"/>
          </a:p>
        </p:txBody>
      </p:sp>
      <p:sp>
        <p:nvSpPr>
          <p:cNvPr id="5" name="AutoShape 2" descr="תמונה של ">
            <a:extLst>
              <a:ext uri="{FF2B5EF4-FFF2-40B4-BE49-F238E27FC236}">
                <a16:creationId xmlns:a16="http://schemas.microsoft.com/office/drawing/2014/main" id="{F448F8CF-1797-8417-E45B-C80A13A86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6" name="AutoShape 4" descr="תמונה של ">
            <a:extLst>
              <a:ext uri="{FF2B5EF4-FFF2-40B4-BE49-F238E27FC236}">
                <a16:creationId xmlns:a16="http://schemas.microsoft.com/office/drawing/2014/main" id="{124FACCC-F165-CBA7-B76E-753823F697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482566" cy="348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A2FB7841-A172-D1DC-F8FC-B3B3373ACD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049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75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574DB38-1086-FEE4-AE2F-0C4743681629}"/>
              </a:ext>
            </a:extLst>
          </p:cNvPr>
          <p:cNvSpPr/>
          <p:nvPr/>
        </p:nvSpPr>
        <p:spPr>
          <a:xfrm>
            <a:off x="0" y="4499572"/>
            <a:ext cx="12191999" cy="235842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תרשים זרימה: דיסק מגנטי 3">
            <a:hlinkClick r:id="rId2"/>
            <a:extLst>
              <a:ext uri="{FF2B5EF4-FFF2-40B4-BE49-F238E27FC236}">
                <a16:creationId xmlns:a16="http://schemas.microsoft.com/office/drawing/2014/main" id="{0AD8FDC0-2AFB-701A-3F43-34F3834D06DE}"/>
              </a:ext>
            </a:extLst>
          </p:cNvPr>
          <p:cNvSpPr/>
          <p:nvPr/>
        </p:nvSpPr>
        <p:spPr>
          <a:xfrm>
            <a:off x="1457609" y="2358428"/>
            <a:ext cx="9343176" cy="2530443"/>
          </a:xfrm>
          <a:prstGeom prst="flowChartMagneticDisk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F47FAA3-548A-A02E-B432-8508CBF164AC}"/>
              </a:ext>
            </a:extLst>
          </p:cNvPr>
          <p:cNvSpPr/>
          <p:nvPr/>
        </p:nvSpPr>
        <p:spPr>
          <a:xfrm>
            <a:off x="601745" y="246705"/>
            <a:ext cx="1113638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7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להגשמת חלום של גיא לחץ כאן</a:t>
            </a:r>
          </a:p>
        </p:txBody>
      </p:sp>
    </p:spTree>
    <p:extLst>
      <p:ext uri="{BB962C8B-B14F-4D97-AF65-F5344CB8AC3E}">
        <p14:creationId xmlns:p14="http://schemas.microsoft.com/office/powerpoint/2010/main" val="71728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000">
        <p14:vortex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שובל אדים">
  <a:themeElements>
    <a:clrScheme name="שובל אדים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שובל אדים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שובל אדים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63</TotalTime>
  <Words>60</Words>
  <Application>Microsoft Office PowerPoint</Application>
  <PresentationFormat>מסך רחב</PresentationFormat>
  <Paragraphs>6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שובל אדים</vt:lpstr>
      <vt:lpstr>חלומות</vt:lpstr>
      <vt:lpstr>מה זה חלומות לדעתכם?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Blum</dc:creator>
  <cp:lastModifiedBy>Guy Blum</cp:lastModifiedBy>
  <cp:revision>14</cp:revision>
  <dcterms:created xsi:type="dcterms:W3CDTF">2025-12-15T16:07:19Z</dcterms:created>
  <dcterms:modified xsi:type="dcterms:W3CDTF">2025-12-18T14:16:39Z</dcterms:modified>
</cp:coreProperties>
</file>